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A84FF"/>
                </a:solidFill>
              </a:defRPr>
            </a:pPr>
            <a:r>
              <a:t>APPLE SALES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MSME Internship Project</a:t>
            </a:r>
          </a:p>
          <a:p>
            <a:pPr>
              <a:defRPr sz="2000">
                <a:solidFill>
                  <a:srgbClr val="FFFFFF"/>
                </a:solidFill>
              </a:defRPr>
            </a:pP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Presented By : Prashansa Sahu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Domain : Junior Web Designing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Submission Date : 9th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72000"/>
            <a:ext cx="6400800" cy="9144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Apple Sales Dashboard is a frontend-based dashboard project.</a:t>
            </a:r>
          </a:p>
          <a:p/>
          <a:p>
            <a:r>
              <a:t>• The project is designed using HTML, CSS, and JavaScript.</a:t>
            </a:r>
          </a:p>
          <a:p/>
          <a:p>
            <a:r>
              <a:t>• Dashboard helps analyze sales performance and inventory tracking.</a:t>
            </a:r>
          </a:p>
          <a:p/>
          <a:p>
            <a:r>
              <a:t>• Includes analytics section, product management, and responsive UI.</a:t>
            </a:r>
          </a:p>
          <a:p/>
          <a:p>
            <a:r>
              <a:t>• Inspired by modern Apple product ecosystems.</a:t>
            </a:r>
          </a:p>
          <a:p/>
          <a:p>
            <a:r>
              <a:t>• Designed for both desktop and mobile devices.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Features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Features:</a:t>
            </a:r>
          </a:p>
          <a:p/>
          <a:p>
            <a:r>
              <a:t>• Sales Analytics Dashboard</a:t>
            </a:r>
          </a:p>
          <a:p>
            <a:r>
              <a:t>• Inventory Tracking System</a:t>
            </a:r>
          </a:p>
          <a:p>
            <a:r>
              <a:t>• Product Search Functionality</a:t>
            </a:r>
          </a:p>
          <a:p>
            <a:r>
              <a:t>• Responsive Dark Theme UI</a:t>
            </a:r>
          </a:p>
          <a:p>
            <a:r>
              <a:t>• Product Category Visualization</a:t>
            </a:r>
          </a:p>
          <a:p/>
          <a:p>
            <a:r>
              <a:t>Technologies Used:</a:t>
            </a:r>
          </a:p>
          <a:p/>
          <a:p>
            <a:r>
              <a:t>• HTML5 – Structure of dashboard</a:t>
            </a:r>
          </a:p>
          <a:p>
            <a:r>
              <a:t>• CSS3 – Styling and responsive layouts</a:t>
            </a:r>
          </a:p>
          <a:p>
            <a:r>
              <a:t>• JavaScript – Dynamic functionality and interactivity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Snapshot</a:t>
            </a:r>
          </a:p>
        </p:txBody>
      </p:sp>
      <p:pic>
        <p:nvPicPr>
          <p:cNvPr id="3" name="Picture 2" descr="Screenshot 2026-05-08 231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772400" cy="41214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Source Code Available on GitHub</a:t>
            </a:r>
          </a:p>
          <a:p/>
          <a:p>
            <a:r>
              <a:t>GitHub Link:</a:t>
            </a:r>
          </a:p>
          <a:p/>
          <a:p>
            <a:r>
              <a:t>https://github.com/Anshul-295/Apple_Sales_Dashboard_-MSME-/tree/main</a:t>
            </a:r>
          </a:p>
          <a:p/>
          <a:p>
            <a:r>
              <a:t>The repository contains complete source code of the Apple Sales Dashboard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84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MSME Internship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